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Guardian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作业守护者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 系统管理与 Shell 编程 — 课程设计项目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张政笑  |  2026-05-25  |  v2.0 增强版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项目背景与目标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系统架构设计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模块一：截止时间管家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模块二：作业规范自检器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模块三：一键打包上传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模块四：需求提取器 (增强版)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测试策略与结果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总结与展望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项目背景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5448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多门课程 DDL 分散，容易遗忘或混淆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2057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提交方式各异：SCP / Git / 本地，操作繁琐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54480" y="2697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命名规范、必交文件要求不统一，容易遗漏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54480" y="3337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评分标准分散在多个 PDF/Word 文档中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206240"/>
            <a:ext cx="7680960" cy="731520"/>
          </a:xfrm>
          <a:prstGeom prst="rect">
            <a:avLst>
              <a:gd name="adj" fmla="val 12500"/>
            </a:avLst>
          </a:prstGeom>
          <a:solidFill>
            <a:srgbClr val="ED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51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目标：构建一个命令行工具，一站式管理作业的 截止 → 检查 → 上传 → 需求提取 全流程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系统架构设计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0972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guardian.sh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(主入口)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deadline.sh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截止管家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2860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checker.sh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规范自检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2860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uploader.sh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打包上传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38A169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extractor.sh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需求提取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347472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71809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common.sh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(公共库)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438912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389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courses.conf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(配置)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438912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4389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logs/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(日志)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▼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模块化架构：每个模块独立可测试，通过 common.sh 共享基础设施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命令设计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7680960" cy="50292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984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./guardian.sh check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2984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扫描所有作业截止时间，按紧急度彩色分组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680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./guardian.sh verify &lt;课程&gt;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9385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对指定课程执行规范自检（4项检查）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680960" cy="50292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786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./guardian.sh upload &lt;课程&gt;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5786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 → SCP上传 → MD5校验（支持 --dry）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7680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18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./guardian.sh extract [目录]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218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从文档中提取作业需求关键词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680960" cy="50292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587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./guardian.sh status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38587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状态总览面板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480560"/>
            <a:ext cx="7680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988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./guardian.sh help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44988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帮助信息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模块一：截止时间管家 (deadline.sh)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ED7D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已过期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 &lt;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ED7D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今天截止!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≤ r &lt; 86400s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EFCB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3天内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86400 ≤ r &lt; 259200s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BEE3F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971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259200 ≤ r &lt; 604800s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C6F6D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≥ 604800s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date 命令解析 DDL → Unix 时间戳  •  算术比较分组  •  ANSI 彩色终端输出  •  过期/即将到期自动置顶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模块二：作业规范自检器 (checker.sh)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必交文件齐全性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-name "$pattern"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280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/ [FAIL]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执行权限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468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-x "$script"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/ [FAIL]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语法正确性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-n "$script"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/ [FAIL]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↩️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文件末尾换行符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-c 1 | od -An -tx1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4023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/ [FAIL]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模块三：一键打包上传 (uploader.sh)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EDF2F7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463040"/>
            <a:ext cx="914400" cy="9144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 czf 压缩（排除 logs/ .git/ *.tar.gz）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28016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EDF2F7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0" y="1463040"/>
            <a:ext cx="914400" cy="9144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2/3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SCP 上传至配置中的目标服务器路径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ED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0" y="1463040"/>
            <a:ext cx="914400" cy="91440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本地与远程 MD5 比对，确保上传完整性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1752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18096"/>
                </a:solidFill>
              </a:rPr>
              <a:t>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76072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18096"/>
                </a:solidFill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371600" y="3931920"/>
            <a:ext cx="6400800" cy="548640"/>
          </a:xfrm>
          <a:prstGeom prst="roundRect">
            <a:avLst>
              <a:gd name="adj" fmla="val 8333"/>
            </a:avLst>
          </a:prstGeom>
          <a:solidFill>
            <a:srgbClr val="FEFCBF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39776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支持 --dry 试运行模式：只展示打包名和目标路径，不实际执行网络操作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模块四：需求提取器 v2.0 (extractor.sh)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支持格式 (10+)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 txt / md / rst / log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html / htm (标签剥离)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csv / json / xml (数据展平)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docx (python3 + zipfile)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📕 pdf (pdftotext)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conf / cfg / ini / yaml / yml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加权关键词 (9类)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⭐5  截止时间 (deadline/ddl/截至...)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⭐4  提交方式 (submit/上传/递交...)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⭐4  必交文件 (required/mandatory...)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⭐4  命名规范 (naming/文件命名...)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⭐3  评分标准 (grading/满分/rubric...)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⭐3  格式要求 (format/编码/charset...)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⭐2  禁止事项 (forbidden/严禁...)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⭐2  实验环境 (environment/平台...)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⭐1  参考资料 (references/参考文献...)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548640"/>
          </a:xfrm>
          <a:prstGeom prst="rect">
            <a:avLst>
              <a:gd name="adj" fmla="val 8333"/>
            </a:avLst>
          </a:prstGeom>
          <a:solidFill>
            <a:srgbClr val="38A16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17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🆕 v2.0 增强：10+文件格式  +  加权关键词匹配  +  中文同义词扩展  +  编码自适应(UTF-8/GBK)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测试策略与结果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EDF2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配置读取与解析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DDL 时间计算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语法检查 (bash -n)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权限检查 (test -x)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MD5 计算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关键词匹配准确度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ED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异常测试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权限不足 (chmod 000)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文件/目录不存在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网络断开 (SCP超时)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空配置文件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空白字段值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不存在的课程名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ED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边界测试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超大日志 (10MB, 50K行)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磁盘空间不足模拟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CPU满载 (4并发)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多格式混合扫描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日志写入压力测试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MD5大文件计算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总计 55 个测试用例，覆盖功能、异常、边界三个维度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配置驱动设计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统一配置文件 courses.conf (INI 风格)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2286000"/>
          </a:xfrm>
          <a:prstGeom prst="roundRect">
            <a:avLst>
              <a:gd name="adj" fmla="val 3200"/>
            </a:avLst>
          </a:prstGeom>
          <a:solidFill>
            <a:srgbClr val="2D374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[linux]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ddl = 2026-06-20 23:59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 = scp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student@192.168.1.100:/home/teacher/submit/linux/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required_files = report.pdf, src/*.sh, README.md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 = linux_学号_姓名.tar.gz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= 脚本必须有可执行权限，报告不少于10页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新增课程只需添加配置段，所有模块自动识别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Bash 实现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零外部运行时依赖（可选 python3/pdftotext）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2801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325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模块化架构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每个模块 &lt;300 行，独立 source 加载，单一职责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14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awk 配置引擎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段落定位 + 字段提取，简洁高效的 INI 解析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46888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2514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加权关键词算法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类关键词 × 5 级权重，自动降序输出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03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编码自适应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UTF-8 / GBK 自动检测切换，兼容中英文环境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65760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3703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完善测试体系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 个测试用例，3 套独立脚本，全维度覆盖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总结与展望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4 个核心模块全部实现并测试通过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55 个测试用例覆盖功能/异常/边界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需求提取器 v2.0 支持 10+ 格式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加权关键词算法 + 编码自适应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完整项目文档和测试报告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4206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界面 (Flask Dashboard)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42062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3520" y="4206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企业微信/钉钉 DDL 提醒推送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需求解析 (LLM 理解作业要求)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4709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历史作业数据统计分析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Assignment Guardian — 作业守护者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 系统管理与 Shell 编程  课程设计项目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Guardian - 作业守护者</dc:title>
  <dc:subject>PptxGenJS Presentation</dc:subject>
  <dc:creator>张政笑</dc:creator>
  <cp:lastModifiedBy>张政笑</cp:lastModifiedBy>
  <cp:revision>1</cp:revision>
  <dcterms:created xsi:type="dcterms:W3CDTF">2026-05-25T02:58:56Z</dcterms:created>
  <dcterms:modified xsi:type="dcterms:W3CDTF">2026-05-25T02:58:56Z</dcterms:modified>
</cp:coreProperties>
</file>